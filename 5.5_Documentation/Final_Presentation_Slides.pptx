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Nunito" panose="020F0502020204030204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d19cf334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d19cf3342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12f7418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12f7418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d19cf3342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d19cf3342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Grocery Delivery System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Yamil Diaz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Online Grocery Delivery System allows customers to quickly order groceries online and have them delivered at their conveniences </a:t>
            </a:r>
            <a:endParaRPr sz="12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system connects customers, store managers, and delivery staff through one platform</a:t>
            </a:r>
            <a:endParaRPr sz="12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Customers browse items, place orders, pay online, and track their deliveries in real time. </a:t>
            </a:r>
            <a:endParaRPr sz="12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Store managers manage product listings and inventory, and delivery staff update delivery statuses.</a:t>
            </a:r>
            <a:endParaRPr sz="1200">
              <a:solidFill>
                <a:srgbClr val="273540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273540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rgbClr val="27354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819150" y="1676400"/>
            <a:ext cx="7505700" cy="27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Next we will show how users can:</a:t>
            </a:r>
            <a:endParaRPr sz="1200">
              <a:solidFill>
                <a:srgbClr val="273540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○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Login</a:t>
            </a:r>
            <a:endParaRPr sz="1200">
              <a:solidFill>
                <a:srgbClr val="273540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○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Browse/Add to Cart</a:t>
            </a:r>
            <a:endParaRPr sz="1200">
              <a:solidFill>
                <a:srgbClr val="273540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■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Adjust quantity of items</a:t>
            </a:r>
            <a:endParaRPr sz="1200">
              <a:solidFill>
                <a:srgbClr val="273540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■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Add and remove items in cart</a:t>
            </a:r>
            <a:endParaRPr sz="1200">
              <a:solidFill>
                <a:srgbClr val="273540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○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Checkout/Pay</a:t>
            </a:r>
            <a:endParaRPr sz="1200">
              <a:solidFill>
                <a:srgbClr val="273540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■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Add customer information: full name, email, address,  phone number, and card number</a:t>
            </a:r>
            <a:endParaRPr sz="1200">
              <a:solidFill>
                <a:srgbClr val="273540"/>
              </a:solidFill>
              <a:highlight>
                <a:schemeClr val="dk1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200"/>
              <a:buFont typeface="Nunito"/>
              <a:buChar char="○"/>
            </a:pPr>
            <a:r>
              <a:rPr lang="en" sz="1200">
                <a:solidFill>
                  <a:srgbClr val="273540"/>
                </a:solidFill>
                <a:highlight>
                  <a:schemeClr val="dk1"/>
                </a:highlight>
                <a:latin typeface="Nunito"/>
                <a:ea typeface="Nunito"/>
                <a:cs typeface="Nunito"/>
                <a:sym typeface="Nunito"/>
              </a:rPr>
              <a:t>Track Order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Live Demonstration</a:t>
            </a:r>
            <a:endParaRPr sz="3900"/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825" y="2846950"/>
            <a:ext cx="3753999" cy="18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7050" y="2913500"/>
            <a:ext cx="3578049" cy="181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On-screen Show (16:9)</PresentationFormat>
  <Paragraphs>17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Nunito</vt:lpstr>
      <vt:lpstr>Arial</vt:lpstr>
      <vt:lpstr>Shift</vt:lpstr>
      <vt:lpstr>Online Grocery Delivery System</vt:lpstr>
      <vt:lpstr>Introduction</vt:lpstr>
      <vt:lpstr>Roadmap</vt:lpstr>
      <vt:lpstr>Live 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Diaz Rosa, Yamil Antonio</cp:lastModifiedBy>
  <cp:revision>1</cp:revision>
  <dcterms:modified xsi:type="dcterms:W3CDTF">2025-12-17T02:56:02Z</dcterms:modified>
</cp:coreProperties>
</file>